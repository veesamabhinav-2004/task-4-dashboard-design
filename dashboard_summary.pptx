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— Dashboard Design</a:t>
            </a:r>
          </a:p>
          <a:p>
            <a:r>
              <a:t>Tool: Tableau</a:t>
            </a:r>
          </a:p>
          <a:p>
            <a:r>
              <a:t>Dataset: Superstore Sales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4045"/>
          </a:xfrm>
        </p:spPr>
        <p:txBody>
          <a:bodyPr/>
          <a:lstStyle/>
          <a:p>
            <a:r>
              <a:rPr dirty="0"/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732" y="1231085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Insert dashboard.png screenshot here.</a:t>
            </a:r>
          </a:p>
          <a:p>
            <a:r>
              <a:rPr dirty="0"/>
              <a:t>Interactive dashboard showing sales performance by region and category.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537F8-8302-2A5D-1168-40E97E12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66" y="2015557"/>
            <a:ext cx="7873068" cy="43349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category generates high sales</a:t>
            </a:r>
          </a:p>
          <a:p>
            <a:r>
              <a:t>• West region shows strong performance</a:t>
            </a:r>
          </a:p>
          <a:p>
            <a:r>
              <a:t>• Sales trend increases over time</a:t>
            </a:r>
          </a:p>
          <a:p>
            <a:r>
              <a:t>• Dashboard filters allow interactive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Sales Dashboard Summary</vt:lpstr>
      <vt:lpstr>Dashboard Overview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Sreya Velgapuri</cp:lastModifiedBy>
  <cp:revision>2</cp:revision>
  <dcterms:created xsi:type="dcterms:W3CDTF">2013-01-27T09:14:16Z</dcterms:created>
  <dcterms:modified xsi:type="dcterms:W3CDTF">2026-02-17T15:39:01Z</dcterms:modified>
  <cp:category/>
</cp:coreProperties>
</file>